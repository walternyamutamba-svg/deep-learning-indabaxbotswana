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648" y="566928"/>
            <a:ext cx="3200400" cy="152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317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Dumelang!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457200" y="331012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E L C O M 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37947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A9A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 a le amogela — we're glad you're here.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84648" y="4434840"/>
            <a:ext cx="182880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17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&amp;  Machine Learning Workshop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DBDB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Our Data.  Our Intelligence.  Our Future.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1783080" cy="8490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48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1C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the Sessions Run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3385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– 11:00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965960"/>
            <a:ext cx="4846320" cy="3566160"/>
          </a:xfrm>
          <a:prstGeom prst="roundRect">
            <a:avLst>
              <a:gd name="adj" fmla="val 2564"/>
            </a:avLst>
          </a:prstGeom>
          <a:solidFill>
            <a:srgbClr val="F4F4F4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25400" dir="5400000">
              <a:srgbClr val="C9C9C9">
                <a:alpha val="5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276856"/>
            <a:ext cx="566928" cy="566928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44752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44752" y="253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C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9:00 – 9:55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68096" y="3200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68096" y="3657600"/>
            <a:ext cx="4224528" cy="0"/>
          </a:xfrm>
          <a:prstGeom prst="line">
            <a:avLst/>
          </a:prstGeom>
          <a:noFill/>
          <a:ln w="19050">
            <a:solidFill>
              <a:srgbClr val="E4E4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3822192"/>
            <a:ext cx="512064" cy="512064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9319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81328" y="378561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86384" y="4599432"/>
            <a:ext cx="512064" cy="512064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70916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456285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885432" y="1965960"/>
            <a:ext cx="4846320" cy="3566160"/>
          </a:xfrm>
          <a:prstGeom prst="roundRect">
            <a:avLst>
              <a:gd name="adj" fmla="val 2564"/>
            </a:avLst>
          </a:prstGeom>
          <a:solidFill>
            <a:srgbClr val="F4F4F4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88900" dist="25400" dir="5400000">
              <a:srgbClr val="C9C9C9">
                <a:alpha val="5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178040" y="2276856"/>
            <a:ext cx="566928" cy="566928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20" name="Text 15"/>
          <p:cNvSpPr/>
          <p:nvPr/>
        </p:nvSpPr>
        <p:spPr>
          <a:xfrm>
            <a:off x="7178040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7872984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872984" y="253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1C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10:10 – 11:00</a:t>
            </a:r>
            <a:endParaRPr lang="en-US" sz="2500" dirty="0"/>
          </a:p>
        </p:txBody>
      </p:sp>
      <p:sp>
        <p:nvSpPr>
          <p:cNvPr id="23" name="Text 18"/>
          <p:cNvSpPr/>
          <p:nvPr/>
        </p:nvSpPr>
        <p:spPr>
          <a:xfrm>
            <a:off x="7196328" y="3200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7196328" y="3657600"/>
            <a:ext cx="4224528" cy="0"/>
          </a:xfrm>
          <a:prstGeom prst="line">
            <a:avLst/>
          </a:prstGeom>
          <a:noFill/>
          <a:ln w="19050">
            <a:solidFill>
              <a:srgbClr val="E4E4E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214616" y="3822192"/>
            <a:ext cx="512064" cy="512064"/>
          </a:xfrm>
          <a:prstGeom prst="ellipse">
            <a:avLst/>
          </a:prstGeom>
          <a:solidFill>
            <a:srgbClr val="6E6E6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344" y="393192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909560" y="378561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7214616" y="4599432"/>
            <a:ext cx="512064" cy="512064"/>
          </a:xfrm>
          <a:prstGeom prst="ellipse">
            <a:avLst/>
          </a:prstGeom>
          <a:solidFill>
            <a:srgbClr val="6E6E6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470916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909560" y="456285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5527548" y="2926080"/>
            <a:ext cx="1133856" cy="1133856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BFBFBF">
                <a:alpha val="50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868" y="3218688"/>
            <a:ext cx="585216" cy="56692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71516" y="41605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9:55 – 10:10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457200" y="619963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Our Data.  Our Intelligence.  Our Future.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384048"/>
            <a:ext cx="1627632" cy="7750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603504" cy="603504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03504"/>
            <a:ext cx="329184" cy="3108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45720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OUR WORKSHOP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57200" y="12344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Exploratory Data Analysis &amp; Machine Learning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484632" y="181051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materials  ·  Deep Learning IndabaX Botswana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22860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two hands-on sessions (9–11am), participants move from exploring Botswana &amp; Zimbabwe employment data to training their first regression and classification models — presentations paired with practical, fill-in-the-gap notebooks so everyone codes along.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57200" y="329184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4F4F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3630168"/>
            <a:ext cx="512064" cy="512064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73989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456432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the story before the model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382512" y="329184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4F4F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675120" y="3630168"/>
            <a:ext cx="512064" cy="512064"/>
          </a:xfrm>
          <a:prstGeom prst="ellipse">
            <a:avLst/>
          </a:prstGeom>
          <a:solidFill>
            <a:srgbClr val="6E6E6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373989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42632" y="3456432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linear baseline to random forests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457200" y="4681728"/>
            <a:ext cx="11274552" cy="658368"/>
          </a:xfrm>
          <a:prstGeom prst="roundRect">
            <a:avLst>
              <a:gd name="adj" fmla="val 12500"/>
            </a:avLst>
          </a:prstGeom>
          <a:solidFill>
            <a:srgbClr val="2B2B2B"/>
          </a:solidFill>
          <a:ln/>
        </p:spPr>
      </p:sp>
      <p:sp>
        <p:nvSpPr>
          <p:cNvPr id="18" name="Shape 12"/>
          <p:cNvSpPr/>
          <p:nvPr/>
        </p:nvSpPr>
        <p:spPr>
          <a:xfrm>
            <a:off x="658368" y="479145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64608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46817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notebooks, datasets &amp; slides open on GitHub   </a:t>
            </a:r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[ add your repo link ]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457200" y="550468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thanks to </a:t>
            </a:r>
            <a:pPr algn="ctr"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Nyamutamba</a:t>
            </a:r>
            <a:pPr algn="ctr"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leading this.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457200" y="585216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6E6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Our Data.  Our Intelligence.  Our Future.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57200" y="6345936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#IndabaX   #MachineLearning   #DataScience   #Python   #Botswana   #Zimbabwe   #AfricaAI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648" y="566928"/>
            <a:ext cx="3200400" cy="152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317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 a leboga!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57200" y="331012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A N K   Y O U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37947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A9A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 a leboga — thank you all for joining us.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84648" y="4434840"/>
            <a:ext cx="182880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17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exploring. Keep building.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DBDB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Our Data.  Our Intelligence.  Our Future.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2026-07-29T00:01:04Z</dcterms:created>
  <dcterms:modified xsi:type="dcterms:W3CDTF">2026-07-29T00:01:04Z</dcterms:modified>
</cp:coreProperties>
</file>